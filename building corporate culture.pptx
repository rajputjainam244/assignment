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1" r:id="rId14"/>
    <p:sldId id="272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7" d="100"/>
          <a:sy n="67" d="100"/>
        </p:scale>
        <p:origin x="8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1E5DC-423E-576A-C065-D8B6A5402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1343025"/>
            <a:ext cx="10018713" cy="3729038"/>
          </a:xfrm>
        </p:spPr>
        <p:txBody>
          <a:bodyPr/>
          <a:lstStyle/>
          <a:p>
            <a:r>
              <a:rPr lang="en-US" dirty="0"/>
              <a:t>Name : Jainam Rajput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238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95EB56-7D03-55E8-9296-E9130B107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854" y="1285875"/>
            <a:ext cx="8180809" cy="427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623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6E066-F2B5-14F3-FEBB-48802C1CB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871538"/>
            <a:ext cx="10018713" cy="4919662"/>
          </a:xfrm>
        </p:spPr>
        <p:txBody>
          <a:bodyPr>
            <a:normAutofit/>
          </a:bodyPr>
          <a:lstStyle/>
          <a:p>
            <a:r>
              <a:rPr lang="en-US" sz="3200" dirty="0"/>
              <a:t>In corporate culture many things will be important , that we must follow in a corporate office.</a:t>
            </a:r>
          </a:p>
          <a:p>
            <a:r>
              <a:rPr lang="en-US" sz="3200" dirty="0"/>
              <a:t>So , lets understand that things.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667283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8B41E-9996-1A1E-97E8-8C5678081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599" y="1"/>
            <a:ext cx="5200651" cy="2514600"/>
          </a:xfrm>
        </p:spPr>
        <p:txBody>
          <a:bodyPr/>
          <a:lstStyle/>
          <a:p>
            <a:r>
              <a:rPr lang="en-US" b="1" u="sng" dirty="0"/>
              <a:t>First impression</a:t>
            </a:r>
            <a:endParaRPr lang="en-IN" b="1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5291B-F401-B404-68AB-A3E9F47C0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949" y="2367601"/>
            <a:ext cx="7133564" cy="363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9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88367-D1D0-0E54-6FD8-346772C93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571626"/>
            <a:ext cx="10018713" cy="3957637"/>
          </a:xfrm>
        </p:spPr>
        <p:txBody>
          <a:bodyPr>
            <a:normAutofit/>
          </a:bodyPr>
          <a:lstStyle/>
          <a:p>
            <a:r>
              <a:rPr lang="en-US" sz="2800" dirty="0"/>
              <a:t>When we enter in a corporate life the first important thing is our first impression. For make our first impression good we must wear a formal clothes. Always wear clean and iron clothes. Always use perfume that attract people . We must follow that thing because it impact on our first impression.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534079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4710E-2F8E-98BA-DFE4-28CF7FA03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643063"/>
            <a:ext cx="10018713" cy="4148137"/>
          </a:xfrm>
        </p:spPr>
        <p:txBody>
          <a:bodyPr>
            <a:normAutofit/>
          </a:bodyPr>
          <a:lstStyle/>
          <a:p>
            <a:r>
              <a:rPr lang="en-US" sz="2800" dirty="0"/>
              <a:t>After enter in a corporate life there are some of rules that we must follow in a corporate office. Let’s understand that rules.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161457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2AAB7-4431-4479-1E9A-1F68D658A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886" y="342900"/>
            <a:ext cx="10018713" cy="1752599"/>
          </a:xfrm>
        </p:spPr>
        <p:txBody>
          <a:bodyPr>
            <a:normAutofit/>
          </a:bodyPr>
          <a:lstStyle/>
          <a:p>
            <a:r>
              <a:rPr lang="en-US" sz="3600" b="1" u="sng" dirty="0"/>
              <a:t>Keep your desk always clean</a:t>
            </a:r>
            <a:endParaRPr lang="en-IN" sz="36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E2C682-84B0-0B7E-4C27-7C83C80E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754" y="2095499"/>
            <a:ext cx="7038975" cy="395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7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C00DF-93DF-76B8-7A8F-ABA444053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557339"/>
            <a:ext cx="10018713" cy="4143374"/>
          </a:xfrm>
        </p:spPr>
        <p:txBody>
          <a:bodyPr>
            <a:normAutofit/>
          </a:bodyPr>
          <a:lstStyle/>
          <a:p>
            <a:r>
              <a:rPr lang="en-US" sz="2800" dirty="0"/>
              <a:t>In the office we always keep clean our desk. We do not put things like  pen , dairy , some other stationary item on the desk. We do not eat food on our desk . Use always dustbin for un-necessary things . Always sitting on a chair properly.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77493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FA8EF-D09C-4160-63E9-F3D493647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328738"/>
          </a:xfrm>
        </p:spPr>
        <p:txBody>
          <a:bodyPr>
            <a:normAutofit/>
          </a:bodyPr>
          <a:lstStyle/>
          <a:p>
            <a:r>
              <a:rPr lang="en-US" sz="3600" b="1" u="sng" dirty="0"/>
              <a:t>Always keep phone in silent mode</a:t>
            </a:r>
            <a:endParaRPr lang="en-IN" sz="36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53876B-A5EA-58FE-1484-AFC29B635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104" y="2014539"/>
            <a:ext cx="4429125" cy="441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110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1212D-D771-2083-13A0-E4BDC153C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743076"/>
            <a:ext cx="10018713" cy="3843338"/>
          </a:xfrm>
        </p:spPr>
        <p:txBody>
          <a:bodyPr>
            <a:normAutofit/>
          </a:bodyPr>
          <a:lstStyle/>
          <a:p>
            <a:r>
              <a:rPr lang="en-US" sz="2800" dirty="0"/>
              <a:t>When we are in the office, we always keep our mobile phone in the silent mode , because if we don’t keep that in the silent mode and the phone is ringing that disturb other people in the office , so always keep mobile in the silent mode. If there is a not urgent call then we avoid to take call.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231888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5A898-AA43-4410-1834-FEC4E404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6" y="128588"/>
            <a:ext cx="10018713" cy="1228726"/>
          </a:xfrm>
        </p:spPr>
        <p:txBody>
          <a:bodyPr>
            <a:normAutofit/>
          </a:bodyPr>
          <a:lstStyle/>
          <a:p>
            <a:r>
              <a:rPr lang="en-US" sz="3600" b="1" u="sng" dirty="0"/>
              <a:t>Team work</a:t>
            </a:r>
            <a:endParaRPr lang="en-IN" sz="36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2260C3-0990-A02E-B837-7E666754B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1" y="1645263"/>
            <a:ext cx="7086984" cy="472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12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129D3-28EB-8B12-6CF5-7D1BCF7AC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485900"/>
            <a:ext cx="10018713" cy="4000500"/>
          </a:xfrm>
        </p:spPr>
        <p:txBody>
          <a:bodyPr>
            <a:normAutofit/>
          </a:bodyPr>
          <a:lstStyle/>
          <a:p>
            <a:r>
              <a:rPr lang="en-US" sz="2800" dirty="0"/>
              <a:t>In the corporate office multiple project will working at the same time. Many people work in the same projects , so we work in a team. When we work in the team, we always give respect to other team members. Always respect to every member opinion.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94177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C99FA-18B9-6B0C-EABD-9EEF643AC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300038"/>
            <a:ext cx="10018713" cy="857251"/>
          </a:xfrm>
        </p:spPr>
        <p:txBody>
          <a:bodyPr>
            <a:normAutofit/>
          </a:bodyPr>
          <a:lstStyle/>
          <a:p>
            <a:r>
              <a:rPr lang="en-US" sz="3600" b="1" u="sng" dirty="0"/>
              <a:t>Meeting</a:t>
            </a:r>
            <a:endParaRPr lang="en-IN" sz="3600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6B4B0-DF55-7FDB-BFDF-08F97FE2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1" y="1717675"/>
            <a:ext cx="6853236" cy="456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537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855D3-6B8D-EEF6-62F0-D96042B48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528763"/>
            <a:ext cx="10018713" cy="4243387"/>
          </a:xfrm>
        </p:spPr>
        <p:txBody>
          <a:bodyPr>
            <a:normAutofit/>
          </a:bodyPr>
          <a:lstStyle/>
          <a:p>
            <a:r>
              <a:rPr lang="en-US" sz="2800" dirty="0"/>
              <a:t>In the corporate office there are organize meeting at every weekend or month-end. In these meeting we discuss that what can we do in a last week or a month. Also ,the host of the meeting will discuss that what we do in a next week or month so we attend the meeting and listening all the instruction very carefully. Always keep a note-pen because if some most important point are discussed then we can note it.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94916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CDD16-0BB3-A8A0-F600-2C587F416F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4312" y="1228725"/>
            <a:ext cx="10018713" cy="4562475"/>
          </a:xfrm>
        </p:spPr>
        <p:txBody>
          <a:bodyPr>
            <a:normAutofit/>
          </a:bodyPr>
          <a:lstStyle/>
          <a:p>
            <a:r>
              <a:rPr lang="en-US" sz="2800" dirty="0"/>
              <a:t>So, all these things always follow in a corporate life.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Thank you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019226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BC1C1C"/>
      </a:accent1>
      <a:accent2>
        <a:srgbClr val="F67534"/>
      </a:accent2>
      <a:accent3>
        <a:srgbClr val="EAAC35"/>
      </a:accent3>
      <a:accent4>
        <a:srgbClr val="9BAF68"/>
      </a:accent4>
      <a:accent5>
        <a:srgbClr val="68B9A6"/>
      </a:accent5>
      <a:accent6>
        <a:srgbClr val="50B1D4"/>
      </a:accent6>
      <a:hlink>
        <a:srgbClr val="E46416"/>
      </a:hlink>
      <a:folHlink>
        <a:srgbClr val="EE934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93B4CCAC-FD5A-4D59-B1AC-EAF45910B5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91</TotalTime>
  <Words>388</Words>
  <Application>Microsoft Office PowerPoint</Application>
  <PresentationFormat>Widescreen</PresentationFormat>
  <Paragraphs>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Corbel</vt:lpstr>
      <vt:lpstr>Parallax</vt:lpstr>
      <vt:lpstr>Name : Jainam Rajput</vt:lpstr>
      <vt:lpstr>PowerPoint Presentation</vt:lpstr>
      <vt:lpstr>PowerPoint Presentation</vt:lpstr>
      <vt:lpstr>First impression</vt:lpstr>
      <vt:lpstr>PowerPoint Presentation</vt:lpstr>
      <vt:lpstr>PowerPoint Presentation</vt:lpstr>
      <vt:lpstr>Keep your desk always clean</vt:lpstr>
      <vt:lpstr>PowerPoint Presentation</vt:lpstr>
      <vt:lpstr>Always keep phone in silent mode</vt:lpstr>
      <vt:lpstr>PowerPoint Presentation</vt:lpstr>
      <vt:lpstr>Team work</vt:lpstr>
      <vt:lpstr>PowerPoint Presentation</vt:lpstr>
      <vt:lpstr>Meeting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Jainam Rajput</dc:creator>
  <cp:lastModifiedBy>Jainam Rajput</cp:lastModifiedBy>
  <cp:revision>43</cp:revision>
  <dcterms:created xsi:type="dcterms:W3CDTF">2024-10-30T14:47:01Z</dcterms:created>
  <dcterms:modified xsi:type="dcterms:W3CDTF">2024-11-11T17:36:38Z</dcterms:modified>
</cp:coreProperties>
</file>