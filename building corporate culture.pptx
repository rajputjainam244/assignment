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E5DC-423E-576A-C065-D8B6A540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4386263"/>
          </a:xfrm>
        </p:spPr>
        <p:txBody>
          <a:bodyPr/>
          <a:lstStyle/>
          <a:p>
            <a:r>
              <a:rPr lang="en-US" dirty="0"/>
              <a:t>Name : Jainam Rajput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23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9C30-5453-04BD-A732-83132049B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5829837" cy="148694"/>
          </a:xfrm>
        </p:spPr>
        <p:txBody>
          <a:bodyPr>
            <a:normAutofit fontScale="90000"/>
          </a:bodyPr>
          <a:lstStyle/>
          <a:p>
            <a:r>
              <a:rPr lang="en-US" dirty="0"/>
              <a:t>Aptitude test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015BB-9631-EF6C-D245-0FB357A9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240" y="1737256"/>
            <a:ext cx="3946565" cy="4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089B-8764-6183-6D38-CE788842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485775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Corporate culture:</a:t>
            </a:r>
            <a:endParaRPr lang="en-IN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B49C7-601B-C8CB-E005-AF89E6BD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1714500"/>
            <a:ext cx="10018713" cy="407670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In corporate culture many thing will be important.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when we enter in corporate culture the first important thing is our first impression.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There are many ways to make our first impression good in other people mind.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we always wear a clean and iron clothes.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Always wear a formal clothes with perfect color combination.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Always use perfume that attract people.</a:t>
            </a:r>
          </a:p>
        </p:txBody>
      </p:sp>
    </p:spTree>
    <p:extLst>
      <p:ext uri="{BB962C8B-B14F-4D97-AF65-F5344CB8AC3E}">
        <p14:creationId xmlns:p14="http://schemas.microsoft.com/office/powerpoint/2010/main" val="86810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19E4-A6B6-2B39-B70D-D631F6F6D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714375"/>
            <a:ext cx="10018713" cy="507682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There are many more things that we must follow in corporate culture.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We must follow office rules like keep your desktop clean, always keep mobile in vibrate or silent mode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Follow all the office rules properly is a good habit in corporate life.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when we are working in a team then we always gave respect to other team members.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 so, these are some important things that we must  follow in our corporate life.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208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27</TotalTime>
  <Words>164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Wingdings</vt:lpstr>
      <vt:lpstr>Parallax</vt:lpstr>
      <vt:lpstr>Name : Jainam Rajput</vt:lpstr>
      <vt:lpstr>Aptitude test</vt:lpstr>
      <vt:lpstr>Corporate culture: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Jainam Rajput</dc:creator>
  <cp:lastModifiedBy>Jainam Rajput</cp:lastModifiedBy>
  <cp:revision>12</cp:revision>
  <dcterms:created xsi:type="dcterms:W3CDTF">2024-10-30T14:47:01Z</dcterms:created>
  <dcterms:modified xsi:type="dcterms:W3CDTF">2024-10-31T17:46:38Z</dcterms:modified>
</cp:coreProperties>
</file>